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1C12"/>
          </a:solidFill>
          <a:ln>
            <a:solidFill>
              <a:srgbClr val="3D1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5E3E"/>
          </a:solidFill>
          <a:ln>
            <a:solidFill>
              <a:srgbClr val="C45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C4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0" y="-731520"/>
            <a:ext cx="3200400" cy="3200400"/>
          </a:xfrm>
          <a:prstGeom prst="ellipse">
            <a:avLst/>
          </a:prstGeom>
          <a:solidFill>
            <a:srgbClr val="3D1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6126480"/>
            <a:ext cx="228600" cy="228600"/>
          </a:xfrm>
          <a:prstGeom prst="ellipse">
            <a:avLst/>
          </a:prstGeom>
          <a:solidFill>
            <a:srgbClr val="C4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45E3E"/>
                </a:solidFill>
                <a:latin typeface="Trebuchet MS"/>
              </a:rPr>
              <a:t>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8686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Georgia"/>
              </a:rPr>
              <a:t>: create a 4 slides ppt on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C4A0"/>
                </a:solidFill>
                <a:latin typeface="Calibri"/>
              </a:rPr>
              <a:t>SlideCraft AI  —  AI-Powered Presentation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035040"/>
            <a:ext cx="3657600" cy="36576"/>
          </a:xfrm>
          <a:prstGeom prst="rect">
            <a:avLst/>
          </a:prstGeom>
          <a:solidFill>
            <a:srgbClr val="C45E3E"/>
          </a:solidFill>
          <a:ln>
            <a:solidFill>
              <a:srgbClr val="C45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172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77"/>
                </a:solidFill>
                <a:latin typeface="Calibri"/>
              </a:rPr>
              <a:t>Generated by SlideCraft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1C12"/>
          </a:solidFill>
          <a:ln>
            <a:solidFill>
              <a:srgbClr val="3D1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5E3E"/>
          </a:solidFill>
          <a:ln>
            <a:solidFill>
              <a:srgbClr val="C45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E8C4A0"/>
          </a:solidFill>
          <a:ln>
            <a:solidFill>
              <a:srgbClr val="E8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029200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C45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691640"/>
            <a:ext cx="365760" cy="365760"/>
          </a:xfrm>
          <a:prstGeom prst="ellipse">
            <a:avLst/>
          </a:prstGeom>
          <a:solidFill>
            <a:srgbClr val="C4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709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What is : create a 4 slides ppt on AI?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554480"/>
            <a:ext cx="5029200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C45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63640" y="1691640"/>
            <a:ext cx="365760" cy="365760"/>
          </a:xfrm>
          <a:prstGeom prst="ellipse">
            <a:avLst/>
          </a:prstGeom>
          <a:solidFill>
            <a:srgbClr val="C4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48840"/>
            <a:ext cx="4709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74720"/>
            <a:ext cx="5029200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C45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611880"/>
            <a:ext cx="365760" cy="365760"/>
          </a:xfrm>
          <a:prstGeom prst="ellipse">
            <a:avLst/>
          </a:prstGeom>
          <a:solidFill>
            <a:srgbClr val="C4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4709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Overview of key concepts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EE"/>
          </a:solidFill>
          <a:ln>
            <a:solidFill>
              <a:srgbClr val="F9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45E3E"/>
          </a:solidFill>
          <a:ln>
            <a:solidFill>
              <a:srgbClr val="C45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3D1C12"/>
          </a:solidFill>
          <a:ln>
            <a:solidFill>
              <a:srgbClr val="3D1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92608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C45E3E"/>
                </a:solidFill>
                <a:latin typeface="Georgia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"/>
            <a:ext cx="11688775" cy="1188720"/>
          </a:xfrm>
          <a:prstGeom prst="rect">
            <a:avLst/>
          </a:prstGeom>
          <a:solidFill>
            <a:srgbClr val="E8C4A0"/>
          </a:solidFill>
          <a:ln>
            <a:solidFill>
              <a:srgbClr val="E8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D1C12"/>
                </a:solidFill>
                <a:latin typeface="Georgia"/>
              </a:rPr>
              <a:t>Background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627632"/>
            <a:ext cx="137160" cy="137160"/>
          </a:xfrm>
          <a:prstGeom prst="ellipse">
            <a:avLst/>
          </a:prstGeom>
          <a:solidFill>
            <a:srgbClr val="C4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4630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D1C12"/>
                </a:solidFill>
                <a:latin typeface="Calibri"/>
              </a:rPr>
              <a:t>Historical context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404872"/>
            <a:ext cx="137160" cy="137160"/>
          </a:xfrm>
          <a:prstGeom prst="ellipse">
            <a:avLst/>
          </a:prstGeom>
          <a:solidFill>
            <a:srgbClr val="C4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1C12"/>
                </a:solidFill>
                <a:latin typeface="Calibri"/>
              </a:rPr>
              <a:t>Foundational principles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82112"/>
            <a:ext cx="137160" cy="137160"/>
          </a:xfrm>
          <a:prstGeom prst="ellipse">
            <a:avLst/>
          </a:prstGeom>
          <a:solidFill>
            <a:srgbClr val="C4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0175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1C12"/>
                </a:solidFill>
                <a:latin typeface="Calibri"/>
              </a:rPr>
              <a:t>Key terminology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1C12"/>
          </a:solidFill>
          <a:ln>
            <a:solidFill>
              <a:srgbClr val="3D1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502920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0" y="1828800"/>
            <a:ext cx="1371600" cy="1371600"/>
          </a:xfrm>
          <a:prstGeom prst="ellipse">
            <a:avLst/>
          </a:prstGeom>
          <a:solidFill>
            <a:srgbClr val="C4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0" y="2103120"/>
            <a:ext cx="1737360" cy="1737360"/>
          </a:xfrm>
          <a:prstGeom prst="ellipse">
            <a:avLst/>
          </a:prstGeom>
          <a:solidFill>
            <a:srgbClr val="C4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577840" y="2377440"/>
            <a:ext cx="2103120" cy="2103120"/>
          </a:xfrm>
          <a:prstGeom prst="ellipse">
            <a:avLst/>
          </a:prstGeom>
          <a:solidFill>
            <a:srgbClr val="C4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09360" y="2651760"/>
            <a:ext cx="2468880" cy="2468880"/>
          </a:xfrm>
          <a:prstGeom prst="ellipse">
            <a:avLst/>
          </a:prstGeom>
          <a:solidFill>
            <a:srgbClr val="C4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40880" y="2926080"/>
            <a:ext cx="2834640" cy="2834640"/>
          </a:xfrm>
          <a:prstGeom prst="ellipse">
            <a:avLst/>
          </a:prstGeom>
          <a:solidFill>
            <a:srgbClr val="C4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32004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C4A0"/>
                </a:solidFill>
                <a:latin typeface="Trebuchet MS"/>
              </a:rPr>
              <a:t>[ AI Image — Generation Unavailable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3D1C12"/>
          </a:solidFill>
          <a:ln>
            <a:solidFill>
              <a:srgbClr val="3D1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E3E"/>
          </a:solidFill>
          <a:ln>
            <a:solidFill>
              <a:srgbClr val="C45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Core Concepts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3D1C12"/>
          </a:solidFill>
          <a:ln>
            <a:solidFill>
              <a:srgbClr val="3D1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126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C4A0"/>
                </a:solidFill>
                <a:latin typeface="Calibri"/>
              </a:rPr>
              <a:t>AI-generated image: Core Concepts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1C12"/>
          </a:solidFill>
          <a:ln>
            <a:solidFill>
              <a:srgbClr val="3D1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5E3E"/>
          </a:solidFill>
          <a:ln>
            <a:solidFill>
              <a:srgbClr val="C45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E8C4A0"/>
          </a:solidFill>
          <a:ln>
            <a:solidFill>
              <a:srgbClr val="E8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Deep Dive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029200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C45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691640"/>
            <a:ext cx="365760" cy="365760"/>
          </a:xfrm>
          <a:prstGeom prst="ellipse">
            <a:avLst/>
          </a:prstGeom>
          <a:solidFill>
            <a:srgbClr val="C4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709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Detailed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554480"/>
            <a:ext cx="5029200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C45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63640" y="1691640"/>
            <a:ext cx="365760" cy="365760"/>
          </a:xfrm>
          <a:prstGeom prst="ellipse">
            <a:avLst/>
          </a:prstGeom>
          <a:solidFill>
            <a:srgbClr val="C4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48840"/>
            <a:ext cx="4709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Supporting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74720"/>
            <a:ext cx="5029200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C45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611880"/>
            <a:ext cx="365760" cy="365760"/>
          </a:xfrm>
          <a:prstGeom prst="ellipse">
            <a:avLst/>
          </a:prstGeom>
          <a:solidFill>
            <a:srgbClr val="C4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4709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Case studies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EE"/>
          </a:solidFill>
          <a:ln>
            <a:solidFill>
              <a:srgbClr val="F9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45E3E"/>
          </a:solidFill>
          <a:ln>
            <a:solidFill>
              <a:srgbClr val="C45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3D1C12"/>
          </a:solidFill>
          <a:ln>
            <a:solidFill>
              <a:srgbClr val="3D1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92608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C45E3E"/>
                </a:solidFill>
                <a:latin typeface="Georgia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"/>
            <a:ext cx="11688775" cy="1188720"/>
          </a:xfrm>
          <a:prstGeom prst="rect">
            <a:avLst/>
          </a:prstGeom>
          <a:solidFill>
            <a:srgbClr val="E8C4A0"/>
          </a:solidFill>
          <a:ln>
            <a:solidFill>
              <a:srgbClr val="E8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D1C12"/>
                </a:solidFill>
                <a:latin typeface="Georgia"/>
              </a:rPr>
              <a:t>Applications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627632"/>
            <a:ext cx="137160" cy="137160"/>
          </a:xfrm>
          <a:prstGeom prst="ellipse">
            <a:avLst/>
          </a:prstGeom>
          <a:solidFill>
            <a:srgbClr val="C4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4630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D1C12"/>
                </a:solidFill>
                <a:latin typeface="Calibri"/>
              </a:rPr>
              <a:t>Practical use cases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404872"/>
            <a:ext cx="137160" cy="137160"/>
          </a:xfrm>
          <a:prstGeom prst="ellipse">
            <a:avLst/>
          </a:prstGeom>
          <a:solidFill>
            <a:srgbClr val="C4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1C12"/>
                </a:solidFill>
                <a:latin typeface="Calibri"/>
              </a:rPr>
              <a:t>Industry impact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82112"/>
            <a:ext cx="137160" cy="137160"/>
          </a:xfrm>
          <a:prstGeom prst="ellipse">
            <a:avLst/>
          </a:prstGeom>
          <a:solidFill>
            <a:srgbClr val="C4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0175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1C12"/>
                </a:solidFill>
                <a:latin typeface="Calibri"/>
              </a:rPr>
              <a:t>Future potential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